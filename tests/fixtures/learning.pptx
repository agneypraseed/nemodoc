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Learning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learning schedule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3657600"/>
            <a:ext cx="2743200" cy="457200"/>
          </a:xfrm>
          <a:prstGeom prst="rect">
            <a:avLst/>
          </a:prstGeom>
          <a:solidFill>
            <a:srgbClr val="1E8C5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Retrieval practice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Recall without looking strengthens memory.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3657600"/>
            <a:ext cx="2743200" cy="457200"/>
          </a:xfrm>
          <a:prstGeom prst="rect">
            <a:avLst/>
          </a:prstGeom>
          <a:solidFill>
            <a:srgbClr val="1E8C5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Spaced repetition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Review after increasing intervals.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3657600"/>
            <a:ext cx="2743200" cy="457200"/>
          </a:xfrm>
          <a:prstGeom prst="rect">
            <a:avLst/>
          </a:prstGeom>
          <a:solidFill>
            <a:srgbClr val="1E8C5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